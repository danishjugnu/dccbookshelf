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03" y="0"/>
            <a:ext cx="953508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1" y="0"/>
            <a:ext cx="114095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68" y="0"/>
            <a:ext cx="102519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31" y="0"/>
            <a:ext cx="974683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11" y="0"/>
            <a:ext cx="92768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45" y="0"/>
            <a:ext cx="115980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1" y="0"/>
            <a:ext cx="114095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80" y="0"/>
            <a:ext cx="96863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66" y="0"/>
            <a:ext cx="113267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26" y="0"/>
            <a:ext cx="89860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0" y="0"/>
            <a:ext cx="118725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91" y="0"/>
            <a:ext cx="102895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2" y="0"/>
            <a:ext cx="11617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315" y="0"/>
            <a:ext cx="987706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24" y="0"/>
            <a:ext cx="1077084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45" y="0"/>
            <a:ext cx="81658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" y="0"/>
            <a:ext cx="121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16" y="0"/>
            <a:ext cx="998946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